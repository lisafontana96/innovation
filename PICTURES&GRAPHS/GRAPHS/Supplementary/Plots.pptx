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05E2DB-C140-CB40-9ED9-2EB828AA0B0C}" v="3" dt="2025-10-25T07:51:42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7"/>
    <p:restoredTop sz="94676"/>
  </p:normalViewPr>
  <p:slideViewPr>
    <p:cSldViewPr snapToGrid="0">
      <p:cViewPr>
        <p:scale>
          <a:sx n="150" d="100"/>
          <a:sy n="150" d="100"/>
        </p:scale>
        <p:origin x="5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Fontana" userId="d098ba01-854d-44b8-9c20-d0052b1f3069" providerId="ADAL" clId="{9AA7ED61-A3C6-5667-B4BE-2E1100671C19}"/>
    <pc:docChg chg="custSel addSld modSld">
      <pc:chgData name="Lisa Fontana" userId="d098ba01-854d-44b8-9c20-d0052b1f3069" providerId="ADAL" clId="{9AA7ED61-A3C6-5667-B4BE-2E1100671C19}" dt="2025-10-25T07:52:00.914" v="13" actId="255"/>
      <pc:docMkLst>
        <pc:docMk/>
      </pc:docMkLst>
      <pc:sldChg chg="addSp delSp modSp new mod">
        <pc:chgData name="Lisa Fontana" userId="d098ba01-854d-44b8-9c20-d0052b1f3069" providerId="ADAL" clId="{9AA7ED61-A3C6-5667-B4BE-2E1100671C19}" dt="2025-10-25T07:52:00.914" v="13" actId="255"/>
        <pc:sldMkLst>
          <pc:docMk/>
          <pc:sldMk cId="4047707375" sldId="257"/>
        </pc:sldMkLst>
        <pc:spChg chg="del">
          <ac:chgData name="Lisa Fontana" userId="d098ba01-854d-44b8-9c20-d0052b1f3069" providerId="ADAL" clId="{9AA7ED61-A3C6-5667-B4BE-2E1100671C19}" dt="2025-10-25T07:51:06.906" v="1" actId="478"/>
          <ac:spMkLst>
            <pc:docMk/>
            <pc:sldMk cId="4047707375" sldId="257"/>
            <ac:spMk id="2" creationId="{85E724BF-81C7-B417-57F3-67177D8BC46F}"/>
          </ac:spMkLst>
        </pc:spChg>
        <pc:spChg chg="del mod">
          <ac:chgData name="Lisa Fontana" userId="d098ba01-854d-44b8-9c20-d0052b1f3069" providerId="ADAL" clId="{9AA7ED61-A3C6-5667-B4BE-2E1100671C19}" dt="2025-10-25T07:51:10.164" v="3" actId="478"/>
          <ac:spMkLst>
            <pc:docMk/>
            <pc:sldMk cId="4047707375" sldId="257"/>
            <ac:spMk id="3" creationId="{D68CF437-CBC3-728C-8F8D-1AF21676118C}"/>
          </ac:spMkLst>
        </pc:spChg>
        <pc:spChg chg="add mod">
          <ac:chgData name="Lisa Fontana" userId="d098ba01-854d-44b8-9c20-d0052b1f3069" providerId="ADAL" clId="{9AA7ED61-A3C6-5667-B4BE-2E1100671C19}" dt="2025-10-25T07:52:00.914" v="13" actId="255"/>
          <ac:spMkLst>
            <pc:docMk/>
            <pc:sldMk cId="4047707375" sldId="257"/>
            <ac:spMk id="6" creationId="{3D6C668F-E14D-40E2-A8F4-97C70EBC110F}"/>
          </ac:spMkLst>
        </pc:spChg>
        <pc:spChg chg="add mod">
          <ac:chgData name="Lisa Fontana" userId="d098ba01-854d-44b8-9c20-d0052b1f3069" providerId="ADAL" clId="{9AA7ED61-A3C6-5667-B4BE-2E1100671C19}" dt="2025-10-25T07:51:48.299" v="12" actId="1076"/>
          <ac:spMkLst>
            <pc:docMk/>
            <pc:sldMk cId="4047707375" sldId="257"/>
            <ac:spMk id="7" creationId="{B03BD549-613E-0A9A-C905-50DC9C2094A9}"/>
          </ac:spMkLst>
        </pc:spChg>
        <pc:picChg chg="add mod">
          <ac:chgData name="Lisa Fontana" userId="d098ba01-854d-44b8-9c20-d0052b1f3069" providerId="ADAL" clId="{9AA7ED61-A3C6-5667-B4BE-2E1100671C19}" dt="2025-10-25T07:51:31.916" v="9" actId="1076"/>
          <ac:picMkLst>
            <pc:docMk/>
            <pc:sldMk cId="4047707375" sldId="257"/>
            <ac:picMk id="5" creationId="{A6483DC9-39CA-4F26-0D68-762318D4F5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8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4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6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76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79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00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58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8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07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AE5E7-ACBB-3E45-987F-FAC0666CFCB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4A6AE-74CF-404C-B8F9-5DB9BCFC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6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9127062-1D9C-F933-DE37-20F7F661F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6" r="-1"/>
          <a:stretch/>
        </p:blipFill>
        <p:spPr>
          <a:xfrm>
            <a:off x="0" y="4084198"/>
            <a:ext cx="3459494" cy="200350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95280AC-350B-9DEC-E514-BA2855D74A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01"/>
          <a:stretch/>
        </p:blipFill>
        <p:spPr>
          <a:xfrm>
            <a:off x="3429000" y="4084198"/>
            <a:ext cx="3429000" cy="200350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D17EDD7-CCC3-0E3B-8805-1397F3B327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3"/>
          <a:stretch/>
        </p:blipFill>
        <p:spPr>
          <a:xfrm>
            <a:off x="-18807" y="2010453"/>
            <a:ext cx="3471802" cy="20035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CF7611C-DC67-A20B-FACA-4FFE7240E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200" y="2010454"/>
            <a:ext cx="3484800" cy="2003509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CE569F00-CCBA-6968-EBD5-812B57790566}"/>
              </a:ext>
            </a:extLst>
          </p:cNvPr>
          <p:cNvGrpSpPr/>
          <p:nvPr/>
        </p:nvGrpSpPr>
        <p:grpSpPr>
          <a:xfrm>
            <a:off x="-18807" y="-6945"/>
            <a:ext cx="6888152" cy="2010454"/>
            <a:chOff x="-18807" y="-6945"/>
            <a:chExt cx="6888152" cy="201045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A098520-53AC-C6AA-BFC8-6ADDE7935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8807" y="-6945"/>
              <a:ext cx="3484800" cy="2003509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F524B73-25C9-C471-E7AF-AC6DDB190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84545" y="0"/>
              <a:ext cx="3484800" cy="2003509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F88211F-56C1-30B8-BE77-BBE38189829D}"/>
              </a:ext>
            </a:extLst>
          </p:cNvPr>
          <p:cNvSpPr txBox="1"/>
          <p:nvPr/>
        </p:nvSpPr>
        <p:spPr>
          <a:xfrm>
            <a:off x="-31805" y="-77211"/>
            <a:ext cx="222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689E86-2DDD-44C1-DA84-9039F18F60F8}"/>
              </a:ext>
            </a:extLst>
          </p:cNvPr>
          <p:cNvSpPr txBox="1"/>
          <p:nvPr/>
        </p:nvSpPr>
        <p:spPr>
          <a:xfrm>
            <a:off x="3373200" y="-77211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BA348B-CE93-99A1-26F0-5422BD7A0A72}"/>
              </a:ext>
            </a:extLst>
          </p:cNvPr>
          <p:cNvSpPr txBox="1"/>
          <p:nvPr/>
        </p:nvSpPr>
        <p:spPr>
          <a:xfrm>
            <a:off x="-44455" y="1912941"/>
            <a:ext cx="309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6311C6-2EEA-618A-B681-F9F5661C0FCD}"/>
              </a:ext>
            </a:extLst>
          </p:cNvPr>
          <p:cNvSpPr txBox="1"/>
          <p:nvPr/>
        </p:nvSpPr>
        <p:spPr>
          <a:xfrm>
            <a:off x="3384545" y="1912940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BD17B9-DB2B-D0A0-5B06-CC7622268DA9}"/>
              </a:ext>
            </a:extLst>
          </p:cNvPr>
          <p:cNvSpPr txBox="1"/>
          <p:nvPr/>
        </p:nvSpPr>
        <p:spPr>
          <a:xfrm>
            <a:off x="-18807" y="387371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D380CE-3BE4-2F8B-9BE2-2E110ADD5C38}"/>
              </a:ext>
            </a:extLst>
          </p:cNvPr>
          <p:cNvSpPr txBox="1"/>
          <p:nvPr/>
        </p:nvSpPr>
        <p:spPr>
          <a:xfrm>
            <a:off x="3382950" y="386806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180530-1CB7-0ADA-D5A7-8215EB1494A6}"/>
              </a:ext>
            </a:extLst>
          </p:cNvPr>
          <p:cNvSpPr/>
          <p:nvPr/>
        </p:nvSpPr>
        <p:spPr>
          <a:xfrm>
            <a:off x="3009418" y="4013963"/>
            <a:ext cx="363782" cy="152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F0E840-2499-F493-2463-AABA48D912D7}"/>
              </a:ext>
            </a:extLst>
          </p:cNvPr>
          <p:cNvSpPr/>
          <p:nvPr/>
        </p:nvSpPr>
        <p:spPr>
          <a:xfrm>
            <a:off x="6355064" y="4028570"/>
            <a:ext cx="363782" cy="152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60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showing different types of indicators&#10;&#10;AI-generated content may be incorrect.">
            <a:extLst>
              <a:ext uri="{FF2B5EF4-FFF2-40B4-BE49-F238E27FC236}">
                <a16:creationId xmlns:a16="http://schemas.microsoft.com/office/drawing/2014/main" id="{A6483DC9-39CA-4F26-0D68-762318D4F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1781" cy="40848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C668F-E14D-40E2-A8F4-97C70EBC110F}"/>
              </a:ext>
            </a:extLst>
          </p:cNvPr>
          <p:cNvSpPr txBox="1"/>
          <p:nvPr/>
        </p:nvSpPr>
        <p:spPr>
          <a:xfrm>
            <a:off x="-31805" y="-77211"/>
            <a:ext cx="222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BD549-613E-0A9A-C905-50DC9C2094A9}"/>
              </a:ext>
            </a:extLst>
          </p:cNvPr>
          <p:cNvSpPr txBox="1"/>
          <p:nvPr/>
        </p:nvSpPr>
        <p:spPr>
          <a:xfrm>
            <a:off x="3197351" y="-75245"/>
            <a:ext cx="222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47707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Words>8</Words>
  <Application>Microsoft Macintosh PowerPoint</Application>
  <PresentationFormat>A4 Paper (210x297 mm)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Fontana</dc:creator>
  <cp:lastModifiedBy>Lisa Fontana</cp:lastModifiedBy>
  <cp:revision>4</cp:revision>
  <cp:lastPrinted>2025-04-25T10:06:13Z</cp:lastPrinted>
  <dcterms:created xsi:type="dcterms:W3CDTF">2025-04-11T07:15:13Z</dcterms:created>
  <dcterms:modified xsi:type="dcterms:W3CDTF">2025-10-25T07:52:10Z</dcterms:modified>
</cp:coreProperties>
</file>